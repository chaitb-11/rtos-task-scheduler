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BA939-3D31-459A-958A-6B2FAEA1B3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285126-7EB6-446D-A771-C074891B92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134900C-3C9F-4934-82CF-FB27746828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87975D4-1CC3-495C-9145-1B4FE06671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8E487F0-7A3A-4317-A8D0-1B9B1AC50C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19DC60-31FF-4462-A838-ABEAFAB415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D3202E7-6A66-48B5-8DF8-8469A3F169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E9D0408-8D21-4211-A726-31C56EA722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611DE84-FE3F-4DE6-B28D-852CFA9C76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B6BC595-37C9-428C-A199-73B0E2DF09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F3FD804-C804-4AAD-832C-433C43BC1B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B18467-2AF4-4F9E-BC73-5812D0D23D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B6D7B4-E4D2-4DCF-B806-2156A040B7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840DEA-9518-40AC-BCBD-AC8558CBCC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159342-D0DC-4553-B1CE-EF7584B2AC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C02A49-A8C8-4404-9808-CA01685E16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56BE56-A831-4431-8450-FCA9B239D7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6F210A-70AB-4F10-AB9E-D96D05873E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51ED8F-98D1-459D-9AAC-555F185017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B14445-6F9E-42E8-90F1-BDBF1DDF36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882197-3E43-4BFA-BC84-8EE94D13D22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2D601D-8F6F-49AF-817B-4D1F856982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RTOS Task Scheduler Simulator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Author: CHAITALI BABAR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Introduction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An RTOS executes multiple tasks with deterministic timing. This project simulates an RTOS scheduler in modern C++ without hardware.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A Task Scheduler is the core component of an RTOS (Real-Time Operating System) that decides which task (thread) should run on the CPU at any given time.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Since a microcontroller has only one CPU core, it cannot execute multiple tasks simultaneously. The scheduler creates the illusion of multitasking by rapidly switching the CPU between different tasks.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Objectives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39"/>
              </a:spcBef>
              <a:buNone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Build scheduler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39"/>
              </a:spcBef>
              <a:buNone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Manage tasks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39"/>
              </a:spcBef>
              <a:buNone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Simulate timer ticks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39"/>
              </a:spcBef>
              <a:buNone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Learn concurrency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39"/>
              </a:spcBef>
              <a:buNone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Write modular C++ code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457200" y="1600200"/>
            <a:ext cx="8229240" cy="452556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Block Diagram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4" name="" descr=""/>
          <p:cNvPicPr/>
          <p:nvPr/>
        </p:nvPicPr>
        <p:blipFill>
          <a:blip r:embed="rId2"/>
          <a:stretch/>
        </p:blipFill>
        <p:spPr>
          <a:xfrm>
            <a:off x="0" y="1644480"/>
            <a:ext cx="9143640" cy="609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RTOS Concepts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Task States: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Ready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Running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Blocked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Suspended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Terminated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Scheduling: Priority &amp; Round Robin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System Architecture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CLI -&gt; Scheduler -&gt; Ready Queue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            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-&gt; Timer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            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-&gt; Logger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             </a:t>
            </a: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-&gt; Task Objects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Modules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1. Task Manager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2. Scheduler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3. Timer Tick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4. Logger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5. Ready Queue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Algorithms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Priority Scheduling: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- Highest priority executes first.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indent="0" defTabSz="457200">
              <a:lnSpc>
                <a:spcPct val="100000"/>
              </a:lnSpc>
              <a:spcBef>
                <a:spcPts val="439"/>
              </a:spcBef>
              <a:buNone/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Round Robin: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- Equal priority tasks share CPU using time slices.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Implementation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Language: C++17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Build: CMake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Version Control: Git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Documentation: README + SRS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Sample Console Output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Create Task A (P1)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Create Task B (P2)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Scheduler selects Task B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Task B completed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Scheduler selects Task A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The simulator demonstrates RTOS scheduling, task management and modern C++ design principles suitable for embedded software learning.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Thank You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2026-07-25T22:15:10Z</dcterms:modified>
  <cp:revision>5</cp:revision>
  <dc:subject/>
  <dc:title/>
</cp:coreProperties>
</file>